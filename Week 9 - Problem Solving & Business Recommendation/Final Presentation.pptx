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Final Business Case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Problem Solving &amp; Business Recommendation</a:t>
            </a:r>
          </a:p>
          <a:p>
            <a:r>
              <a:t>Dataset Iris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Proses identifikasi bunga Iris berpotensi kurang efektif.</a:t>
            </a:r>
          </a:p>
          <a:p>
            <a:pPr>
              <a:spcAft>
                <a:spcPts val="1000"/>
              </a:spcAft>
              <a:defRPr sz="2000"/>
            </a:pPr>
            <a:r>
              <a:t>Beberapa spesies memiliki karakteristik fisik yang berdekatan.</a:t>
            </a:r>
          </a:p>
          <a:p>
            <a:pPr>
              <a:spcAft>
                <a:spcPts val="1000"/>
              </a:spcAft>
              <a:defRPr sz="2000"/>
            </a:pPr>
            <a:r>
              <a:t>Diperlukan fitur yang lebih informatif.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Fitur apa yang paling membantu membedakan spesies Iris?</a:t>
            </a:r>
          </a:p>
          <a:p>
            <a:pPr>
              <a:spcAft>
                <a:spcPts val="1000"/>
              </a:spcAft>
              <a:defRPr sz="2000"/>
            </a:pPr>
            <a:r>
              <a:t>Spesies mana yang memiliki karakteristik paling mirip?</a:t>
            </a:r>
          </a:p>
          <a:p>
            <a:pPr>
              <a:spcAft>
                <a:spcPts val="1000"/>
              </a:spcAft>
              <a:defRPr sz="2000"/>
            </a:pPr>
            <a:r>
              <a:t>Solusi apa yang paling tepat untuk meningkatkan efektivitas identifikasi?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Feature Separation</a:t>
            </a:r>
          </a:p>
          <a:p>
            <a:pPr>
              <a:spcAft>
                <a:spcPts val="1000"/>
              </a:spcAft>
              <a:defRPr sz="2000"/>
            </a:pPr>
            <a:r>
              <a:t>Rata-rata fitur per spesies</a:t>
            </a:r>
          </a:p>
          <a:p>
            <a:pPr>
              <a:spcAft>
                <a:spcPts val="1000"/>
              </a:spcAft>
              <a:defRPr sz="2000"/>
            </a:pPr>
            <a:r>
              <a:t>Jumlah data setiap spesies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Dataset Iris: 150 observasi dan 3 spesies.</a:t>
            </a:r>
          </a:p>
          <a:p>
            <a:pPr>
              <a:spcAft>
                <a:spcPts val="1000"/>
              </a:spcAft>
              <a:defRPr sz="2000"/>
            </a:pPr>
            <a:r>
              <a:t>Fitur: Sepal Length, Sepal Width, Petal Length, Petal Width.</a:t>
            </a:r>
          </a:p>
          <a:p>
            <a:pPr>
              <a:spcAft>
                <a:spcPts val="1000"/>
              </a:spcAft>
              <a:defRPr sz="2000"/>
            </a:pPr>
            <a:r>
              <a:t>Metode: Drill Down, Segment, Comparison, Contribution, Trend dan Correlation.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- Perbandingan Karakteristik</a:t>
            </a:r>
          </a:p>
        </p:txBody>
      </p:sp>
      <p:pic>
        <p:nvPicPr>
          <p:cNvPr id="3" name="Picture 2" descr="featur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34440"/>
            <a:ext cx="10058400" cy="59848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- Feature Separation</a:t>
            </a:r>
          </a:p>
        </p:txBody>
      </p:sp>
      <p:pic>
        <p:nvPicPr>
          <p:cNvPr id="3" name="Picture 2" descr="feature_sepa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34440"/>
            <a:ext cx="10058400" cy="55426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Cause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Tidak semua fitur memiliki kemampuan yang sama dalam membedakan spesies.</a:t>
            </a:r>
          </a:p>
          <a:p>
            <a:pPr>
              <a:spcAft>
                <a:spcPts val="1000"/>
              </a:spcAft>
              <a:defRPr sz="2000"/>
            </a:pPr>
            <a:r>
              <a:t>Fitur petal memberikan separation yang lebih jelas.</a:t>
            </a:r>
          </a:p>
          <a:p>
            <a:pPr>
              <a:spcAft>
                <a:spcPts val="1000"/>
              </a:spcAft>
              <a:defRPr sz="2000"/>
            </a:pPr>
            <a:r>
              <a:t>Versicolor dan Virginica memiliki beberapa karakteristik yang berdekatan.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Petal menjadi karakteristik yang paling informatif.</a:t>
            </a:r>
          </a:p>
          <a:p>
            <a:pPr>
              <a:spcAft>
                <a:spcPts val="1000"/>
              </a:spcAft>
              <a:defRPr sz="2000"/>
            </a:pPr>
            <a:r>
              <a:t>Setosa relatif lebih mudah dibedakan.</a:t>
            </a:r>
          </a:p>
          <a:p>
            <a:pPr>
              <a:spcAft>
                <a:spcPts val="1000"/>
              </a:spcAft>
              <a:defRPr sz="2000"/>
            </a:pPr>
            <a:r>
              <a:t>Versicolor dan Virginica perlu perhatian lebih.</a:t>
            </a:r>
          </a:p>
          <a:p>
            <a:pPr>
              <a:spcAft>
                <a:spcPts val="1000"/>
              </a:spcAft>
              <a:defRPr sz="2000"/>
            </a:pPr>
            <a:r>
              <a:t>Korelasi Petal Length dan Petal Width = 0.96.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Alternative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1. Memprioritaskan fitur Petal.</a:t>
            </a:r>
          </a:p>
          <a:p>
            <a:pPr>
              <a:spcAft>
                <a:spcPts val="1000"/>
              </a:spcAft>
              <a:defRPr sz="2000"/>
            </a:pPr>
            <a:r>
              <a:t>2. Menggunakan kombinasi Sepal + Petal.</a:t>
            </a:r>
          </a:p>
          <a:p>
            <a:pPr>
              <a:spcAft>
                <a:spcPts val="1000"/>
              </a:spcAft>
              <a:defRPr sz="2000"/>
            </a:pPr>
            <a:r>
              <a:t>3. Mengembangkan sistem klasifikasi otomatis.</a:t>
            </a:r>
          </a:p>
          <a:p>
            <a:pPr>
              <a:spcAft>
                <a:spcPts val="1000"/>
              </a:spcAft>
              <a:defRPr sz="2000"/>
            </a:pPr>
            <a:r>
              <a:t>4. Menambahkan pemeriksaan manual.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Prioritaskan Petal Length dan Petal Width.</a:t>
            </a:r>
          </a:p>
          <a:p>
            <a:pPr>
              <a:spcAft>
                <a:spcPts val="1000"/>
              </a:spcAft>
              <a:defRPr sz="2000"/>
            </a:pPr>
            <a:r>
              <a:t>Gunakan kombinasi beberapa fitur untuk kasus yang sulit.</a:t>
            </a:r>
          </a:p>
          <a:p>
            <a:pPr>
              <a:spcAft>
                <a:spcPts val="1000"/>
              </a:spcAft>
              <a:defRPr sz="2000"/>
            </a:pPr>
            <a:r>
              <a:t>Kembangkan sistem klasifikasi otomatis sebagai tahap lanjutan.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Identifikasi menjadi lebih fokus.</a:t>
            </a:r>
          </a:p>
          <a:p>
            <a:pPr>
              <a:spcAft>
                <a:spcPts val="1000"/>
              </a:spcAft>
              <a:defRPr sz="2000"/>
            </a:pPr>
            <a:r>
              <a:t>Proses menjadi lebih konsisten.</a:t>
            </a:r>
          </a:p>
          <a:p>
            <a:pPr>
              <a:spcAft>
                <a:spcPts val="1000"/>
              </a:spcAft>
              <a:defRPr sz="2000"/>
            </a:pPr>
            <a:r>
              <a:t>Risiko kesalahan identifikasi diharapkan berkurang.</a:t>
            </a:r>
          </a:p>
          <a:p>
            <a:pPr>
              <a:spcAft>
                <a:spcPts val="1000"/>
              </a:spcAft>
              <a:defRPr sz="2000"/>
            </a:pPr>
            <a:r>
              <a:t>Hasil dapat dikembangkan menjadi sistem klasifikasi otomatis.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Masalah utama berada pada efektivitas pemilihan fitur.</a:t>
            </a:r>
          </a:p>
          <a:p>
            <a:pPr>
              <a:spcAft>
                <a:spcPts val="1000"/>
              </a:spcAft>
              <a:defRPr sz="2000"/>
            </a:pPr>
            <a:r>
              <a:t>Petal merupakan fitur yang paling layak diprioritaskan.</a:t>
            </a:r>
          </a:p>
          <a:p>
            <a:pPr>
              <a:spcAft>
                <a:spcPts val="1000"/>
              </a:spcAft>
              <a:defRPr sz="2000"/>
            </a:pPr>
            <a:r>
              <a:t>Kombinasi fitur dan klasifikasi otomatis menjadi solusi pengembangan berikutnya.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