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792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097280"/>
            <a:ext cx="5029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26262D"/>
                </a:solidFill>
              </a:defRPr>
            </a:pPr>
            <a:r>
              <a:t>MINI PROJECT</a:t>
            </a:r>
            <a:br/>
            <a:r>
              <a:t>MINGGU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500" b="1">
                <a:solidFill>
                  <a:srgbClr val="465F82"/>
                </a:solidFill>
              </a:defRPr>
            </a:pPr>
            <a:r>
              <a:t>Exploratory Data Analysis</a:t>
            </a:r>
            <a:br/>
            <a:r>
              <a:t>pada Dataset Iris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86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5F69"/>
                </a:solidFill>
              </a:defRPr>
            </a:pPr>
            <a:r>
              <a:t>Statistik • Visualisasi • Bivariate • Korelasi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09160"/>
            <a:ext cx="45720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6262D"/>
                </a:solidFill>
              </a:defRPr>
            </a:pPr>
            <a:r>
              <a:rPr dirty="0" err="1"/>
              <a:t>Nama</a:t>
            </a:r>
            <a:r>
              <a:rPr dirty="0" smtClean="0"/>
              <a:t>: </a:t>
            </a:r>
            <a:r>
              <a:rPr dirty="0" err="1" smtClean="0"/>
              <a:t>Devina</a:t>
            </a:r>
            <a:r>
              <a:rPr dirty="0" smtClean="0"/>
              <a:t> </a:t>
            </a:r>
            <a:r>
              <a:rPr dirty="0" err="1" smtClean="0"/>
              <a:t>Ghea</a:t>
            </a:r>
            <a:r>
              <a:rPr dirty="0" smtClean="0"/>
              <a:t> Amanda</a:t>
            </a:r>
            <a:r>
              <a:rPr dirty="0"/>
              <a:t/>
            </a:r>
            <a:br>
              <a:rPr dirty="0"/>
            </a:br>
            <a:r>
              <a:rPr dirty="0" err="1"/>
              <a:t>Kelas</a:t>
            </a:r>
            <a:r>
              <a:rPr dirty="0"/>
              <a:t>: XII TJKT</a:t>
            </a:r>
            <a:br>
              <a:rPr dirty="0"/>
            </a:br>
            <a:r>
              <a:rPr dirty="0"/>
              <a:t>SMK </a:t>
            </a:r>
            <a:r>
              <a:rPr dirty="0" err="1"/>
              <a:t>Negeri</a:t>
            </a:r>
            <a:r>
              <a:rPr dirty="0"/>
              <a:t> 2 Surakarta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143000"/>
            <a:ext cx="2560320" cy="822960"/>
          </a:xfrm>
          <a:prstGeom prst="roundRect">
            <a:avLst/>
          </a:prstGeom>
          <a:solidFill>
            <a:srgbClr val="46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869680" y="2194560"/>
            <a:ext cx="1920240" cy="822960"/>
          </a:xfrm>
          <a:prstGeom prst="roundRect">
            <a:avLst/>
          </a:prstGeom>
          <a:solidFill>
            <a:srgbClr val="46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046720" y="3246120"/>
            <a:ext cx="2743200" cy="822960"/>
          </a:xfrm>
          <a:prstGeom prst="roundRect">
            <a:avLst/>
          </a:prstGeom>
          <a:solidFill>
            <a:srgbClr val="46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6800" y="4297680"/>
            <a:ext cx="2286000" cy="822960"/>
          </a:xfrm>
          <a:prstGeom prst="roundRect">
            <a:avLst/>
          </a:prstGeom>
          <a:solidFill>
            <a:srgbClr val="465F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6262D"/>
                </a:solidFill>
              </a:defRPr>
            </a:pPr>
            <a:r>
              <a:t>1. Dataset yang Digunakan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5F69"/>
                </a:solidFill>
              </a:defRPr>
            </a:pPr>
            <a:r>
              <a:t>Gambaran dataset sebelum analisis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65F82"/>
                </a:solidFill>
              </a:defRPr>
            </a:pPr>
            <a:r>
              <a:t>DATASET IRIS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74519"/>
            <a:ext cx="49377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6262D"/>
                </a:solidFill>
              </a:defRPr>
            </a:pPr>
            <a:r>
              <a:t>• 150 data bunga Iris</a:t>
            </a:r>
          </a:p>
          <a:p>
            <a:pPr>
              <a:spcAft>
                <a:spcPts val="700"/>
              </a:spcAft>
              <a:defRPr sz="1700">
                <a:solidFill>
                  <a:srgbClr val="26262D"/>
                </a:solidFill>
              </a:defRPr>
            </a:pPr>
            <a:r>
              <a:t>• 3 spesies: Setosa, Versicolor, Virginica</a:t>
            </a:r>
          </a:p>
          <a:p>
            <a:pPr>
              <a:spcAft>
                <a:spcPts val="700"/>
              </a:spcAft>
              <a:defRPr sz="1700">
                <a:solidFill>
                  <a:srgbClr val="26262D"/>
                </a:solidFill>
              </a:defRPr>
            </a:pPr>
            <a:r>
              <a:t>• Masing-masing spesies memiliki 50 data</a:t>
            </a:r>
          </a:p>
          <a:p>
            <a:pPr>
              <a:spcAft>
                <a:spcPts val="700"/>
              </a:spcAft>
              <a:defRPr sz="1700">
                <a:solidFill>
                  <a:srgbClr val="26262D"/>
                </a:solidFill>
              </a:defRPr>
            </a:pPr>
            <a:r>
              <a:t>• 4 variabel numerik yang dianalisis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65F82"/>
                </a:solidFill>
              </a:defRPr>
            </a:pPr>
            <a:r>
              <a:t>VARIABEL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874519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26262D"/>
                </a:solidFill>
              </a:defRPr>
            </a:pPr>
            <a:r>
              <a:t>• Sepal Length — panjang sepal</a:t>
            </a:r>
          </a:p>
          <a:p>
            <a:pPr>
              <a:spcAft>
                <a:spcPts val="700"/>
              </a:spcAft>
              <a:defRPr sz="1600">
                <a:solidFill>
                  <a:srgbClr val="26262D"/>
                </a:solidFill>
              </a:defRPr>
            </a:pPr>
            <a:r>
              <a:t>• Sepal Width — lebar sepal</a:t>
            </a:r>
          </a:p>
          <a:p>
            <a:pPr>
              <a:spcAft>
                <a:spcPts val="700"/>
              </a:spcAft>
              <a:defRPr sz="1600">
                <a:solidFill>
                  <a:srgbClr val="26262D"/>
                </a:solidFill>
              </a:defRPr>
            </a:pPr>
            <a:r>
              <a:t>• Petal Length — panjang petal</a:t>
            </a:r>
          </a:p>
          <a:p>
            <a:pPr>
              <a:spcAft>
                <a:spcPts val="700"/>
              </a:spcAft>
              <a:defRPr sz="1600">
                <a:solidFill>
                  <a:srgbClr val="26262D"/>
                </a:solidFill>
              </a:defRPr>
            </a:pPr>
            <a:r>
              <a:t>• Petal Width — lebar petal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8920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5F5F69"/>
                </a:solidFill>
              </a:defRPr>
            </a:pPr>
            <a:r>
              <a:t>Tujuan: memahami karakteristik data dan menemukan pola awal sebelum analisis lebih lanjut.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6262D"/>
                </a:solidFill>
              </a:defRPr>
            </a:pPr>
            <a:r>
              <a:t>2. Statistik Deskriptif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5F69"/>
                </a:solidFill>
              </a:defRPr>
            </a:pPr>
            <a:r>
              <a:t>Ringkasan nilai utama variabel numerik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417320"/>
          <a:ext cx="6675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024"/>
                <a:gridCol w="1335024"/>
                <a:gridCol w="1335024"/>
                <a:gridCol w="1335024"/>
                <a:gridCol w="1335024"/>
              </a:tblGrid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Variabel</a:t>
                      </a:r>
                    </a:p>
                  </a:txBody>
                  <a:tcPr>
                    <a:solidFill>
                      <a:srgbClr val="46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Mean</a:t>
                      </a:r>
                    </a:p>
                  </a:txBody>
                  <a:tcPr>
                    <a:solidFill>
                      <a:srgbClr val="46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Median</a:t>
                      </a:r>
                    </a:p>
                  </a:txBody>
                  <a:tcPr>
                    <a:solidFill>
                      <a:srgbClr val="46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Minimum</a:t>
                      </a:r>
                    </a:p>
                  </a:txBody>
                  <a:tcPr>
                    <a:solidFill>
                      <a:srgbClr val="46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Maksimum</a:t>
                      </a:r>
                    </a:p>
                  </a:txBody>
                  <a:tcPr>
                    <a:solidFill>
                      <a:srgbClr val="465F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sepal_length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5.84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5.80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4.30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7.90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sepal_width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3.06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3.00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2.00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4.40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petal_length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3.76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6.90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petal_width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1.20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1.30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0.10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26262D"/>
                          </a:solidFill>
                        </a:defRPr>
                      </a:pPr>
                      <a:r>
                        <a:t>2.50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818120" y="1508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65F82"/>
                </a:solidFill>
              </a:defRPr>
            </a:pPr>
            <a:r>
              <a:t>CATATAN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18120" y="1920240"/>
            <a:ext cx="35661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Mean = nilai rata-rata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Median = nilai tengah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Minimum dan maksimum menunjukkan rentang data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Statistik menjadi dasar membaca pola visualisasi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6262D"/>
                </a:solidFill>
              </a:defRPr>
            </a:pPr>
            <a:r>
              <a:t>3. Visualisasi Univariate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5F69"/>
                </a:solidFill>
              </a:defRPr>
            </a:pPr>
            <a:r>
              <a:t>Melihat distribusi dan karakteristik setiap variabel</a:t>
            </a:r>
          </a:p>
        </p:txBody>
      </p:sp>
      <p:pic>
        <p:nvPicPr>
          <p:cNvPr id="4" name="Picture 3" descr="his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349240" cy="2148840"/>
          </a:xfrm>
          <a:prstGeom prst="rect">
            <a:avLst/>
          </a:prstGeom>
        </p:spPr>
      </p:pic>
      <p:pic>
        <p:nvPicPr>
          <p:cNvPr id="5" name="Picture 4" descr="his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349240" cy="2148840"/>
          </a:xfrm>
          <a:prstGeom prst="rect">
            <a:avLst/>
          </a:prstGeom>
        </p:spPr>
      </p:pic>
      <p:pic>
        <p:nvPicPr>
          <p:cNvPr id="6" name="Picture 5" descr="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3657600"/>
            <a:ext cx="5349240" cy="2148840"/>
          </a:xfrm>
          <a:prstGeom prst="rect">
            <a:avLst/>
          </a:prstGeom>
        </p:spPr>
      </p:pic>
      <p:pic>
        <p:nvPicPr>
          <p:cNvPr id="7" name="Picture 6" descr="box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657600"/>
            <a:ext cx="5349240" cy="2148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6262D"/>
                </a:solidFill>
              </a:defRPr>
            </a:pPr>
            <a:r>
              <a:t>4. Analisis Bivariate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5F69"/>
                </a:solidFill>
              </a:defRPr>
            </a:pPr>
            <a:r>
              <a:t>Mencari hubungan antara dua variabel</a:t>
            </a:r>
          </a:p>
        </p:txBody>
      </p:sp>
      <p:pic>
        <p:nvPicPr>
          <p:cNvPr id="4" name="Picture 3" descr="scatter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3291840"/>
          </a:xfrm>
          <a:prstGeom prst="rect">
            <a:avLst/>
          </a:prstGeom>
        </p:spPr>
      </p:pic>
      <p:pic>
        <p:nvPicPr>
          <p:cNvPr id="5" name="Picture 4" descr="scatt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234440"/>
            <a:ext cx="5303520" cy="3291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480060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Sepal length dan petal length menunjukkan kecenderungan hubungan positif.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Sepal width dan petal width memiliki hubungan yang lebih lemah.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Perbedaan kelompok spesies terlihat pada pola titik.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6262D"/>
                </a:solidFill>
              </a:defRPr>
            </a:pPr>
            <a:r>
              <a:t>5. Correlation Matrix &amp; Heatmap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5F69"/>
                </a:solidFill>
              </a:defRPr>
            </a:pPr>
            <a:r>
              <a:t>Mengukur kekuatan hubungan antarvariabel numerik</a:t>
            </a:r>
          </a:p>
        </p:txBody>
      </p:sp>
      <p:pic>
        <p:nvPicPr>
          <p:cNvPr id="4" name="Picture 3" descr="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34440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46520" y="14173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65F82"/>
                </a:solidFill>
              </a:defRPr>
            </a:pPr>
            <a:r>
              <a:t>KORELASI PALING KUAT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46520" y="1965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6262D"/>
                </a:solidFill>
              </a:defRPr>
            </a:pPr>
            <a:r>
              <a:t>Petal Length ↔ Petal Width</a:t>
            </a:r>
            <a:br/>
            <a:r>
              <a:t>r = 0,96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3246120"/>
            <a:ext cx="4663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Hubungan positif sangat kuat.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Sepal Length ↔ Petal Length: r = 0,87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Sepal Length ↔ Petal Width: r = 0,82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Korelasi menunjukkan hubungan, bukan sebab-akibat.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6262D"/>
                </a:solidFill>
              </a:defRPr>
            </a:pPr>
            <a:r>
              <a:t>6. Insight Awal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5F69"/>
                </a:solidFill>
              </a:defRPr>
            </a:pPr>
            <a:r>
              <a:t>Temuan awal dari keseluruhan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Dataset memiliki 150 data.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Terdapat 3 spesies dengan jumlah seimbang.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Setiap spesies memiliki 50 data.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Sepal length memiliki variasi nilai.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Petal length memiliki variasi yang cukup terlihat.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14173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Sepal length dan petal length berhubungan positif kuat.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Petal length dan petal width memiliki korelasi sangat kuat.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Virginica memiliki rata-rata ukuran petal paling besar.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Setosa memiliki rata-rata ukuran petal paling kecil.</a:t>
            </a:r>
          </a:p>
          <a:p>
            <a:pPr>
              <a:spcAft>
                <a:spcPts val="700"/>
              </a:spcAft>
              <a:defRPr sz="1400">
                <a:solidFill>
                  <a:srgbClr val="26262D"/>
                </a:solidFill>
              </a:defRPr>
            </a:pPr>
            <a:r>
              <a:t>• Variabel petal cukup baik untuk membedakan karakteristik spesies.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26262D"/>
                </a:solidFill>
              </a:defRPr>
            </a:pPr>
            <a:r>
              <a:t>7. Potensi Analisis Lanjutan &amp; 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68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5F5F69"/>
                </a:solidFill>
              </a:defRPr>
            </a:pPr>
            <a:r>
              <a:t>Langkah setelah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65F82"/>
                </a:solidFill>
              </a:defRPr>
            </a:pPr>
            <a:r>
              <a:t>POTENSI ANALISIS LANJUTAN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48463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6262D"/>
                </a:solidFill>
              </a:defRPr>
            </a:pPr>
            <a:r>
              <a:t>• Analisis multivariate</a:t>
            </a:r>
          </a:p>
          <a:p>
            <a:pPr>
              <a:spcAft>
                <a:spcPts val="700"/>
              </a:spcAft>
              <a:defRPr sz="1500">
                <a:solidFill>
                  <a:srgbClr val="26262D"/>
                </a:solidFill>
              </a:defRPr>
            </a:pPr>
            <a:r>
              <a:t>• Membandingkan karakteristik setiap spesies</a:t>
            </a:r>
          </a:p>
          <a:p>
            <a:pPr>
              <a:spcAft>
                <a:spcPts val="700"/>
              </a:spcAft>
              <a:defRPr sz="1500">
                <a:solidFill>
                  <a:srgbClr val="26262D"/>
                </a:solidFill>
              </a:defRPr>
            </a:pPr>
            <a:r>
              <a:t>• Membuat model klasifikasi spesies</a:t>
            </a:r>
          </a:p>
          <a:p>
            <a:pPr>
              <a:spcAft>
                <a:spcPts val="700"/>
              </a:spcAft>
              <a:defRPr sz="1500">
                <a:solidFill>
                  <a:srgbClr val="26262D"/>
                </a:solidFill>
              </a:defRPr>
            </a:pPr>
            <a:r>
              <a:t>• Mencoba algoritma Machine Learning</a:t>
            </a:r>
          </a:p>
          <a:p>
            <a:pPr>
              <a:spcAft>
                <a:spcPts val="700"/>
              </a:spcAft>
              <a:defRPr sz="1500">
                <a:solidFill>
                  <a:srgbClr val="26262D"/>
                </a:solidFill>
              </a:defRPr>
            </a:pPr>
            <a:r>
              <a:t>• Mengevaluasi performa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65F82"/>
                </a:solidFill>
              </a:defRPr>
            </a:pPr>
            <a:r>
              <a:t>KESIMPULAN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182880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6262D"/>
                </a:solidFill>
              </a:defRPr>
            </a:pPr>
            <a:r>
              <a:t>EDA membantu memahami struktur, statistik, persebaran, dan hubungan antarvariabel pada dataset Iris.</a:t>
            </a:r>
            <a:br/>
            <a:r>
              <a:t/>
            </a:r>
            <a:br/>
            <a:r>
              <a:t>Hasil paling menonjol adalah hubungan sangat kuat antara petal length dan petal width. Variabel petal juga menunjukkan perbedaan karakteristik yang cukup jelas antarspesies.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65F82"/>
                </a:solidFill>
              </a:defRPr>
            </a:pPr>
            <a:r>
              <a:t>Terima kasih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73952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5F5F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415</Words>
  <Application>Microsoft Office PowerPoint</Application>
  <PresentationFormat>Widescreen</PresentationFormat>
  <Paragraphs>95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User</dc:creator>
  <cp:keywords/>
  <dc:description>generated using python-pptx</dc:description>
  <cp:lastModifiedBy>Windows User</cp:lastModifiedBy>
  <cp:revision>2</cp:revision>
  <dcterms:created xsi:type="dcterms:W3CDTF">2013-01-27T09:14:16Z</dcterms:created>
  <dcterms:modified xsi:type="dcterms:W3CDTF">2026-09-02T14:21:38Z</dcterms:modified>
  <cp:category/>
</cp:coreProperties>
</file>