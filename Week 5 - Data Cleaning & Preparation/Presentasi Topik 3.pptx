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Topik 3 - Week 5</a:t>
            </a:r>
          </a:p>
          <a:p>
            <a:r>
              <a:t>Junior Data Analyst</a:t>
            </a:r>
          </a:p>
          <a:p>
            <a:r>
              <a:t>Dataset: Iris Species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Initial Data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Jumlah baris awal: 150</a:t>
            </a:r>
          </a:p>
          <a:p>
            <a:pPr>
              <a:defRPr sz="2000"/>
            </a:pPr>
            <a:r>
              <a:t>Jumlah kolom awal: 6</a:t>
            </a:r>
          </a:p>
          <a:p>
            <a:pPr>
              <a:defRPr sz="2000"/>
            </a:pPr>
            <a:r>
              <a:t>Missing value: 0</a:t>
            </a:r>
          </a:p>
          <a:p>
            <a:pPr>
              <a:defRPr sz="2000"/>
            </a:pPr>
            <a:r>
              <a:t>Duplicate: 0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Audit digunakan untuk memahami kondisi dataset sebelum dibersihkan.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Missing value sebelum cleaning: 0</a:t>
            </a:r>
          </a:p>
          <a:p>
            <a:pPr>
              <a:defRPr sz="2000"/>
            </a:pPr>
            <a:r>
              <a:t>Duplicate sebelum cleaning: 0</a:t>
            </a:r>
          </a:p>
          <a:p>
            <a:pPr>
              <a:defRPr sz="2000"/>
            </a:pPr>
            <a:r>
              <a:t>Baris setelah cleaning: 150</a:t>
            </a:r>
          </a:p>
          <a:p>
            <a:pPr>
              <a:defRPr sz="2000"/>
            </a:pPr>
            <a:r>
              <a:t>Missing value setelah cleaning: 0</a:t>
            </a:r>
          </a:p>
          <a:p>
            <a:pPr>
              <a:defRPr sz="2000"/>
            </a:pPr>
            <a:r>
              <a:t>Duplicate setelah cleaning: 0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Data duplikat dihapus dan missing value ditangani sesuai tipe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Nama kolom diseragamkan menggunakan lowercase dan snake_case.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Spasi yang tidak diperlukan pada teks dibersihkan.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Penulisan kategori species diseragamkan.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Kolom numerik diperiksa dan dikonversi ke tipe data numerik.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Fitur baru yang dibuat: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1. sepal_area = sepal_length_cm x sepal_width_cm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2. petal_area = petal_length_cm x petal_width_cm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Kolom ID dihilangkan karena hanya berfungsi sebagai identitas.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Mini Project &amp;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Rata-rata fitur berdasarkan species: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                 sepal_length_cm  petal_length_cm  sepal_area  petal_area</a:t>
            </a:r>
          </a:p>
          <a:p>
            <a:pPr>
              <a:defRPr sz="2000"/>
            </a:pPr>
            <a:r>
              <a:t>species                                                                  </a:t>
            </a:r>
          </a:p>
          <a:p>
            <a:pPr>
              <a:defRPr sz="2000"/>
            </a:pPr>
            <a:r>
              <a:t>iris-setosa                 5.01             1.46       17.21        0.37</a:t>
            </a:r>
          </a:p>
          <a:p>
            <a:pPr>
              <a:defRPr sz="2000"/>
            </a:pPr>
            <a:r>
              <a:t>iris-versicolor             6.05             4.26       16.84        5.72</a:t>
            </a:r>
          </a:p>
          <a:p>
            <a:pPr>
              <a:defRPr sz="2000"/>
            </a:pPr>
            <a:r>
              <a:t>iris-virginica              6.59             5.55       19.68       11.21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Nilai rata-rata membantu melihat perbedaan karakteristik pengukuran antarspesies.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Dataset diperiksa melalui Initial Data Audit.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2. Missing value dan duplicate diperiksa serta ditangani.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3. Nama kolom, teks, dan tipe data distandarkan.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4. Fitur sepal_area dan petal_area berhasil dibuat.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5. Dataset final tersedia untuk analisis berikutnya.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249</Words>
  <Application>Microsoft Office PowerPoint</Application>
  <PresentationFormat>On-screen Show (4:3)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Data Cleaning &amp; Preparation</vt:lpstr>
      <vt:lpstr>1. Initial Data Audit</vt:lpstr>
      <vt:lpstr>2. Data Cleaning</vt:lpstr>
      <vt:lpstr>3. Data Standardization</vt:lpstr>
      <vt:lpstr>4. Feature Engineering</vt:lpstr>
      <vt:lpstr>5. Mini Project &amp; Insight</vt:lpstr>
      <vt:lpstr>6. Kesimpulan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&amp; Preparation</dc:title>
  <dc:subject/>
  <dc:creator/>
  <cp:keywords/>
  <dc:description>generated using python-pptx</dc:description>
  <cp:lastModifiedBy>Windows User</cp:lastModifiedBy>
  <cp:revision>2</cp:revision>
  <dcterms:created xsi:type="dcterms:W3CDTF">2013-01-27T09:14:16Z</dcterms:created>
  <dcterms:modified xsi:type="dcterms:W3CDTF">2026-09-29T03:09:01Z</dcterms:modified>
  <cp:category/>
</cp:coreProperties>
</file>