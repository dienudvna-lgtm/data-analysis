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Behavior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Project &amp;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Customer Shopping Trends</a:t>
            </a:r>
          </a:p>
          <a:p>
            <a:r>
              <a:t>Jumlah data: 3,900 baris</a:t>
            </a:r>
          </a:p>
          <a:p>
            <a:r>
              <a:t>Jumlah variabel: 21 kolom</a:t>
            </a:r>
          </a:p>
          <a:p>
            <a:r>
              <a:t>Fokus: perilaku dan pola pembelian pelanggan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Bagaimana pola pembelian pelanggan?</a:t>
            </a:r>
          </a:p>
          <a:p>
            <a:r>
              <a:t>• Kategori apa yang memiliki nilai pembelian tinggi?</a:t>
            </a:r>
          </a:p>
          <a:p>
            <a:r>
              <a:t>• Metode pembayaran apa yang paling populer?</a:t>
            </a:r>
          </a:p>
          <a:p>
            <a:r>
              <a:t>• Bagaimana karakteristik pelanggan berdasarkan subscription dan pembelian sebelumnya?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Rows: 3,900</a:t>
            </a:r>
          </a:p>
          <a:p>
            <a:r>
              <a:t>Columns: 21</a:t>
            </a:r>
          </a:p>
          <a:p>
            <a:r>
              <a:t>Numeric variables: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Purchase: $233,081.00</a:t>
            </a:r>
          </a:p>
          <a:p>
            <a:r>
              <a:t>Average Purchase: $59.76</a:t>
            </a:r>
          </a:p>
          <a:p>
            <a:r>
              <a:t>Average Rating: 3.75</a:t>
            </a:r>
          </a:p>
          <a:p>
            <a:r>
              <a:t>Average Previous Purchases: 25.35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Kategori dengan total nilai pembelian tertinggi adalah Clothing dengan nilai sekitar $104,264.00.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Rata-rata nilai pembelian tertinggi berdasarkan gender terdapat pada kelompok Female.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Metode pembayaran yang paling banyak digunakan adalah Credit Card.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Perilaku pelanggan dianalisis melalui kategori produk, nilai pembelian, metode pembayaran, subscription, pengiriman, rating, dan pembelian sebelumnya.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Hasil analisis dapat membantu bisnis:</a:t>
            </a:r>
          </a:p>
          <a:p>
            <a:r>
              <a:t>• Menentukan target pelanggan</a:t>
            </a:r>
          </a:p>
          <a:p>
            <a:r>
              <a:t>• Meningkatkan retensi pelanggan</a:t>
            </a:r>
          </a:p>
          <a:p>
            <a:r>
              <a:t>• Menentukan strategi pemasaran</a:t>
            </a:r>
          </a:p>
          <a:p>
            <a:r>
              <a:t>• Mengevaluasi pengalaman pelanggan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Optimalkan kategori produk dengan performa tinggi</a:t>
            </a:r>
          </a:p>
          <a:p>
            <a:r>
              <a:t>• Pertahankan metode pembayaran populer</a:t>
            </a:r>
          </a:p>
          <a:p>
            <a:r>
              <a:t>• Tingkatkan program loyalitas</a:t>
            </a:r>
          </a:p>
          <a:p>
            <a:r>
              <a:t>• Evaluasi rating pelanggan secara berkala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Identifikasi segmen pelanggan utama</a:t>
            </a:r>
          </a:p>
          <a:p>
            <a:r>
              <a:t>2. Buat strategi retensi</a:t>
            </a:r>
          </a:p>
          <a:p>
            <a:r>
              <a:t>3. Optimalkan promosi</a:t>
            </a:r>
          </a:p>
          <a:p>
            <a:r>
              <a:t>4. Pantau perubahan perilaku pelanggan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behavior analysis membantu memahami pola pelanggan dan memberikan dasar pengambilan keputusan bisnis.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Behavior Analysis – Final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