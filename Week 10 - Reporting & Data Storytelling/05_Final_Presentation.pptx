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IRIS DATA STORY</a:t>
            </a:r>
          </a:p>
          <a:p>
            <a:pPr>
              <a:defRPr sz="2200"/>
            </a:pPr>
            <a:r>
              <a:t>Reporting &amp; Data Storytelling – Topik 6</a:t>
            </a:r>
          </a:p>
          <a:p>
            <a:pPr>
              <a:defRPr sz="1800"/>
            </a:pPr>
            <a:r>
              <a:t>Junior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Dataset terdiri dari 150 observasi dan 3 spesies.</a:t>
            </a:r>
          </a:p>
          <a:p>
            <a:pPr>
              <a:spcAft>
                <a:spcPts val="1200"/>
              </a:spcAft>
              <a:defRPr sz="1900"/>
            </a:pPr>
            <a:r>
              <a:t>Fitur Petal Length memberikan pemisahan rata-rata antarspesies yang paling besar.</a:t>
            </a:r>
          </a:p>
          <a:p>
            <a:pPr>
              <a:spcAft>
                <a:spcPts val="1200"/>
              </a:spcAft>
              <a:defRPr sz="1900"/>
            </a:pPr>
            <a:r>
              <a:t>Setosa relatif mudah dibedakan, sedangkan Versicolor dan Virginica lebih berdekatan.</a:t>
            </a:r>
          </a:p>
          <a:p>
            <a:pPr>
              <a:spcAft>
                <a:spcPts val="1200"/>
              </a:spcAft>
              <a:defRPr sz="1900"/>
            </a:pPr>
            <a:r>
              <a:t>Petal Length dan Petal Width memiliki korelasi kuat sebesar 0.96.</a:t>
            </a:r>
          </a:p>
          <a:p>
            <a:pPr>
              <a:spcAft>
                <a:spcPts val="1200"/>
              </a:spcAft>
              <a:defRPr sz="1900"/>
            </a:pPr>
            <a:r>
              <a:t>Fokus perbaikan diarahkan pada pemanfaatan fitur petal dan pengembangan klasifikasi.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Identifikasi spesies Iris tidak selalu mudah.</a:t>
            </a:r>
          </a:p>
          <a:p>
            <a:pPr>
              <a:spcAft>
                <a:spcPts val="1200"/>
              </a:spcAft>
              <a:defRPr sz="1900"/>
            </a:pPr>
            <a:r>
              <a:t>Beberapa karakteristik antarspesies memiliki nilai yang berdekatan.</a:t>
            </a:r>
          </a:p>
          <a:p>
            <a:pPr>
              <a:spcAft>
                <a:spcPts val="1200"/>
              </a:spcAft>
              <a:defRPr sz="1900"/>
            </a:pPr>
            <a:r>
              <a:t>Versicolor dan Virginica membutuhkan perhatian lebih.</a:t>
            </a:r>
          </a:p>
          <a:p>
            <a:pPr>
              <a:spcAft>
                <a:spcPts val="1200"/>
              </a:spcAft>
              <a:defRPr sz="1900"/>
            </a:pPr>
            <a:r>
              <a:t>Diperlukan pemilihan fitur yang informatif untuk membantu identifikasi.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Fitur apa yang paling informatif untuk membedakan spesies Iris?</a:t>
            </a:r>
          </a:p>
          <a:p>
            <a:pPr>
              <a:spcAft>
                <a:spcPts val="1200"/>
              </a:spcAft>
              <a:defRPr sz="1900"/>
            </a:pPr>
            <a:r>
              <a:t>Bagaimana perbedaan karakteristik antarspesies?</a:t>
            </a:r>
          </a:p>
          <a:p>
            <a:pPr>
              <a:spcAft>
                <a:spcPts val="1200"/>
              </a:spcAft>
              <a:defRPr sz="1900"/>
            </a:pPr>
            <a:r>
              <a:t>Bagian mana yang paling membutuhkan perhatian?</a:t>
            </a:r>
          </a:p>
          <a:p>
            <a:pPr>
              <a:spcAft>
                <a:spcPts val="1200"/>
              </a:spcAft>
              <a:defRPr sz="1900"/>
            </a:pPr>
            <a:r>
              <a:t>Strategi apa yang dapat digunakan untuk meningkatkan proses identifikasi?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Dataset: Iris Dataset</a:t>
            </a:r>
          </a:p>
          <a:p>
            <a:pPr>
              <a:spcAft>
                <a:spcPts val="1200"/>
              </a:spcAft>
              <a:defRPr sz="1900"/>
            </a:pPr>
            <a:r>
              <a:t>Jumlah observasi: 150</a:t>
            </a:r>
          </a:p>
          <a:p>
            <a:pPr>
              <a:spcAft>
                <a:spcPts val="1200"/>
              </a:spcAft>
              <a:defRPr sz="1900"/>
            </a:pPr>
            <a:r>
              <a:t>Jumlah spesies: 3</a:t>
            </a:r>
          </a:p>
          <a:p>
            <a:pPr>
              <a:spcAft>
                <a:spcPts val="1200"/>
              </a:spcAft>
              <a:defRPr sz="1900"/>
            </a:pPr>
            <a:r>
              <a:t>Fitur: Sepal Length, Sepal Width, Petal Length, Petal Width</a:t>
            </a:r>
          </a:p>
          <a:p>
            <a:pPr>
              <a:spcAft>
                <a:spcPts val="1200"/>
              </a:spcAft>
              <a:defRPr sz="1900"/>
            </a:pPr>
            <a:r>
              <a:t>Metode: segment analysis, comparison, contribution, correlation dan visualisasi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1</a:t>
            </a:r>
          </a:p>
        </p:txBody>
      </p:sp>
      <p:pic>
        <p:nvPicPr>
          <p:cNvPr id="3" name="Picture 2" descr="02_pet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92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4592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Fitur petal menunjukkan perbedaan antarspesies yang lebih jelas.</a:t>
            </a:r>
          </a:p>
          <a:p>
            <a:pPr>
              <a:spcAft>
                <a:spcPts val="1200"/>
              </a:spcAft>
              <a:defRPr sz="1900"/>
            </a:pPr>
            <a:r>
              <a:t>Petal dapat menjadi prioritas dalam proses identifikasi.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2</a:t>
            </a:r>
          </a:p>
        </p:txBody>
      </p:sp>
      <p:pic>
        <p:nvPicPr>
          <p:cNvPr id="3" name="Picture 2" descr="03_feature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92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55448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Petal Length dan Petal Width memiliki korelasi 0.96.</a:t>
            </a:r>
          </a:p>
          <a:p>
            <a:pPr>
              <a:spcAft>
                <a:spcPts val="1200"/>
              </a:spcAft>
              <a:defRPr sz="1900"/>
            </a:pPr>
            <a:r>
              <a:t>Hubungan kedua fitur sangat kuat.</a:t>
            </a:r>
          </a:p>
          <a:p>
            <a:pPr>
              <a:spcAft>
                <a:spcPts val="1200"/>
              </a:spcAft>
              <a:defRPr sz="1900"/>
            </a:pPr>
            <a:r>
              <a:t>Kombinasi keduanya dapat digunakan untuk membantu klasifikasi.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 3</a:t>
            </a:r>
          </a:p>
        </p:txBody>
      </p:sp>
      <p:pic>
        <p:nvPicPr>
          <p:cNvPr id="3" name="Picture 2" descr="04_speci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92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Rata-rata Petal Length Versicolor: 4.26 cm.</a:t>
            </a:r>
          </a:p>
          <a:p>
            <a:pPr>
              <a:spcAft>
                <a:spcPts val="1200"/>
              </a:spcAft>
              <a:defRPr sz="1900"/>
            </a:pPr>
            <a:r>
              <a:t>Rata-rata Petal Length Virginica: 5.55 cm.</a:t>
            </a:r>
          </a:p>
          <a:p>
            <a:pPr>
              <a:spcAft>
                <a:spcPts val="1200"/>
              </a:spcAft>
              <a:defRPr sz="1900"/>
            </a:pPr>
            <a:r>
              <a:t>Perbedaannya sekitar 1.29 cm.</a:t>
            </a:r>
          </a:p>
          <a:p>
            <a:pPr>
              <a:spcAft>
                <a:spcPts val="1200"/>
              </a:spcAft>
              <a:defRPr sz="1900"/>
            </a:pPr>
            <a:r>
              <a:t>Kedua spesies perlu dianalisis menggunakan beberapa fitur.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Pemilihan fitur belum diarahkan pada fitur yang paling informatif.</a:t>
            </a:r>
          </a:p>
          <a:p>
            <a:pPr>
              <a:spcAft>
                <a:spcPts val="1200"/>
              </a:spcAft>
              <a:defRPr sz="1900"/>
            </a:pPr>
            <a:r>
              <a:t>Tidak semua karakteristik memiliki kemampuan pemisahan yang sama.</a:t>
            </a:r>
          </a:p>
          <a:p>
            <a:pPr>
              <a:spcAft>
                <a:spcPts val="1200"/>
              </a:spcAft>
              <a:defRPr sz="1900"/>
            </a:pPr>
            <a:r>
              <a:t>Versicolor dan Virginica memiliki beberapa karakteristik yang berdekatan.</a:t>
            </a:r>
          </a:p>
          <a:p>
            <a:pPr>
              <a:spcAft>
                <a:spcPts val="1200"/>
              </a:spcAft>
              <a:defRPr sz="1900"/>
            </a:pPr>
            <a:r>
              <a:t>Karena itu, identifikasi tidak ideal jika hanya mengandalkan satu fitur.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Identifikasi yang kurang tepat dapat membuat proses pemisahan membutuhkan pemeriksaan tambahan.</a:t>
            </a:r>
          </a:p>
          <a:p>
            <a:pPr>
              <a:spcAft>
                <a:spcPts val="1200"/>
              </a:spcAft>
              <a:defRPr sz="1900"/>
            </a:pPr>
            <a:r>
              <a:t>Penggunaan fitur yang kurang informatif dapat meningkatkan ketidakjelasan hasil.</a:t>
            </a:r>
          </a:p>
          <a:p>
            <a:pPr>
              <a:spcAft>
                <a:spcPts val="1200"/>
              </a:spcAft>
              <a:defRPr sz="1900"/>
            </a:pPr>
            <a:r>
              <a:t>Fokus pada fitur yang lebih kuat dapat membuat proses analisis lebih terarah.</a:t>
            </a:r>
          </a:p>
          <a:p>
            <a:pPr>
              <a:spcAft>
                <a:spcPts val="1200"/>
              </a:spcAft>
              <a:defRPr sz="1900"/>
            </a:pPr>
            <a:r>
              <a:t>Sistem otomatis berpotensi membantu proses identifikasi menjadi lebih konsisten.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Prioritaskan Petal Length dan Petal Width.</a:t>
            </a:r>
          </a:p>
          <a:p>
            <a:pPr>
              <a:spcAft>
                <a:spcPts val="1200"/>
              </a:spcAft>
              <a:defRPr sz="1900"/>
            </a:pPr>
            <a:r>
              <a:t>2. Gunakan kombinasi beberapa fitur untuk membedakan Versicolor dan Virginica.</a:t>
            </a:r>
          </a:p>
          <a:p>
            <a:pPr>
              <a:spcAft>
                <a:spcPts val="1200"/>
              </a:spcAft>
              <a:defRPr sz="1900"/>
            </a:pPr>
            <a:r>
              <a:t>3. Kembangkan sistem klasifikasi otomatis sebagai tahap lanjutan.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Identifikasi menjadi lebih terarah.</a:t>
            </a:r>
          </a:p>
          <a:p>
            <a:pPr>
              <a:spcAft>
                <a:spcPts val="1200"/>
              </a:spcAft>
              <a:defRPr sz="1900"/>
            </a:pPr>
            <a:r>
              <a:t>Fitur yang paling informatif dapat digunakan sebagai prioritas.</a:t>
            </a:r>
          </a:p>
          <a:p>
            <a:pPr>
              <a:spcAft>
                <a:spcPts val="1200"/>
              </a:spcAft>
              <a:defRPr sz="1900"/>
            </a:pPr>
            <a:r>
              <a:t>Risiko kesalahan akibat kemiripan karakteristik dapat dikurangi.</a:t>
            </a:r>
          </a:p>
          <a:p>
            <a:pPr>
              <a:spcAft>
                <a:spcPts val="1200"/>
              </a:spcAft>
              <a:defRPr sz="1900"/>
            </a:pPr>
            <a:r>
              <a:t>Tersedia dasar analisis untuk pengembangan sistem klasifikasi otomatis.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 menunjukkan bahwa fitur petal sangat penting dalam identifikasi spesies.</a:t>
            </a:r>
          </a:p>
          <a:p>
            <a:pPr>
              <a:spcAft>
                <a:spcPts val="1200"/>
              </a:spcAft>
              <a:defRPr sz="1900"/>
            </a:pPr>
            <a:r>
              <a:t>Setosa relatif mudah dibedakan.</a:t>
            </a:r>
          </a:p>
          <a:p>
            <a:pPr>
              <a:spcAft>
                <a:spcPts val="1200"/>
              </a:spcAft>
              <a:defRPr sz="1900"/>
            </a:pPr>
            <a:r>
              <a:t>Versicolor dan Virginica membutuhkan pendekatan dengan beberapa fitur.</a:t>
            </a:r>
          </a:p>
          <a:p>
            <a:pPr>
              <a:spcAft>
                <a:spcPts val="1200"/>
              </a:spcAft>
              <a:defRPr sz="1900"/>
            </a:pPr>
            <a:r>
              <a:t>Insight dari data dapat diterjemahkan menjadi rekomendasi yang dapat ditindaklanjuti.</a:t>
            </a:r>
          </a:p>
          <a:p>
            <a:pPr>
              <a:spcAft>
                <a:spcPts val="1200"/>
              </a:spcAft>
              <a:defRPr sz="1900"/>
            </a:pPr>
            <a:r>
              <a:t>Data → Analysis → Insight → Story → Recommendation →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